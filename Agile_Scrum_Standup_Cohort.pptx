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Internal (program schedule + lesson plan):
- IITGn_AIML-AgenticAI_Batch_Schedule_FULL_v2.xlsx
- IITGn_ML Agentic AI Lesson Plan with detailed deliverables.xlsx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Agile Manifesto (values and principles): https://agilemanifesto.org/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Agile Manifesto (the four values): https://agilemanifesto.org/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(Internal deck section divider; no external sources)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Scrum Guide (official landing page and downloadable guide): https://www.scrum.org/resources/scrum-guide
Scrum artifacts &amp; commitments (Product Goal / Sprint Goal / Definition of Done): https://www.scrum.org/resources/scrum-artifacts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Scrum Guide (events: Sprint Planning, Daily Scrum, Sprint Review, Sprint Retrospective): https://www.scrum.org/resources/scrum-guide
Daily Scrum purpose (inspect progress toward Sprint Goal and adapt Sprint Backlog): https://www.scrum.org/resources/conducting-daily-scrum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Scrum artifacts and commitments (Product Goal / Sprint Goal / Definition of Done): https://www.scrum.org/resources/scrum-artifacts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(Internal deck section divider; no external sources)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User story format and acceptance criteria overview: https://www.atlassian.com/agile/project-management/user-stories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Scrum artifacts (Product Backlog, Sprint Backlog, Increment): https://www.scrum.org/resources/scrum-artifacts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Story points as relative estimation (amount/complexity/risk): https://www.mountaingoatsoftware.com/agile/agile-estimation-estimating-with-story-points
Common misconceptions (e.g., equating points to hours): https://www.scrum.org/resources/blog/story-points-estimate-or-not-estimate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Planning poker description and origin (Grenning, later popularized by Cohn): https://www.atlassian.com/blog/platform/scrum-poker-for-agile-projects
Planning poker overview (consensus, reduces anchoring): https://en.wikipedia.org/wiki/Planning_poker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(Internal deck section divider; no external sources)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Google “Rules of Machine Learning” (monitor training/serving skew; iterate with robust infrastructure): https://developers.google.com/machine-learning/guides/rules-of-ml
Google ML crash course: monitoring and training-serving skew explanation: https://developers.google.com/machine-learning/crash-course/production-ml-systems/monitoring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RAGAS metrics (faithfulness, answer relevancy, context precision/recall, etc.): https://docs.ragas.io/en/v0.1.21/concepts/metrics/
OpenAI Evals (framework for evaluating LLM systems): https://github.com/openai/evals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(Internal deck section divider; no external sources)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Daily Scrum purpose in Scrum Guide: inspect progress toward Sprint Goal and adapt plan; structure is flexible: https://www.scrum.org/resources/conducting-daily-scrum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Daily Scrum purpose and flexibility of format: https://www.scrum.org/resources/conducting-daily-scrum
Minto Pyramid Principle / BLUF (answer-first communication): https://www.betterup.com/blog/minto-pyramid
MECE principle overview and origin attribution to Barbara Minto: https://en.wikipedia.org/wiki/MECE_principle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Daily Scrum is about producing an actionable plan for the next day (Scrum Guide wording summarized): https://www.scrum.org/resources/conducting-daily-scrum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Minto Pyramid Principle / answer-first communication (BLUF): https://www.betterup.com/blog/minto-pyramid
RAG metric examples (recall/precision, faithfulness etc.): https://docs.ragas.io/en/v0.1.21/concepts/metrics/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Daily Scrum intent (inspect/adapt and plan next day; not a status meeting): https://www.scrum.org/resources/conducting-daily-scrum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Internal (program schedule + lesson plan):
- IITGn_AIML-AgenticAI_Batch_Schedule_FULL_v2.xlsx
- IITGn_ML Agentic AI Lesson Plan with detailed deliverables.xlsx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MECE principle overview: https://en.wikipedia.org/wiki/MECE_principle
Minto Pyramid Principle / BLUF overview: https://www.betterup.com/blog/minto-pyramid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(Internal deck section divider; no external sources)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RAGAS metrics list (faithfulness/answer relevancy/context precision/recall): https://docs.ragas.io/en/v0.1.21/concepts/metrics/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Scrum artifacts and Definition of Done as commitment for Increment: https://www.scrum.org/resources/scrum-artifacts
RAGAS metrics list (faithfulness etc.): https://docs.ragas.io/en/v0.1.21/concepts/metrics/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Minto Pyramid Principle / BLUF overview: https://www.betterup.com/blog/minto-pyramid
OpenAI Evals (example of treating evals like tests): https://github.com/openai/evals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Agile Manifesto values: https://agilemanifesto.org/
Scrum Guide and Daily Scrum purpose: https://www.scrum.org/resources/scrum-guide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Agile Manifesto: https://agilemanifesto.org/
Scrum Guide: https://www.scrum.org/resources/scrum-guide
RAGAS metrics: https://docs.ragas.io/en/v0.1.21/concepts/metrics/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574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+ Scrum + Daily Stand-up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simulation: talk like a working engineer (without the corporate theatre)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585216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9136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stand-up lives in your day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Evening stand-up is a fixed ritual in the batch schedule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this cohort it emulates a real team stand-up + manager check-in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Goal: clarity, evidence, and crisp asks — not rambling status narration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3749040"/>
            <a:ext cx="5059375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3913632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practice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251960"/>
            <a:ext cx="460217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Convert messy work into user stories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Estimate &amp; plan a sprint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Run a tight stand-up: Think → Talk → Commit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 exists (and why you should care)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410048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86968"/>
            <a:ext cx="5410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78408"/>
            <a:ext cx="500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pain: plan-first delivery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495284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upfront requirements pretend we know everything early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feedback = late surprises (rework becomes expensive)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looks “green” until integration day, then reality hits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optimize for documents and approvals, not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886968"/>
            <a:ext cx="5410048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728" y="886968"/>
            <a:ext cx="5410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9896" y="978408"/>
            <a:ext cx="500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Agile’s bet: shrink the uncertainty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07328" y="1389888"/>
            <a:ext cx="495284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 small slices, get feedback fast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work visible (so you can adapt instead of guess)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steady cadence to reduce coordination chaos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change as data, not betrayal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5806440"/>
            <a:ext cx="1118585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Agile is a risk-management system disguised as a project method.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638544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learn the mechanics (Scrum) + the daily ritual (stand-up) that makes it real.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≠ a process. It’s values + principles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values (translated into human language):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53871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interactions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49299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…over rituals/tools.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stand-up is “perfect” but nobody collaborates, you’re doing cosplay.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1588" y="1389888"/>
            <a:ext cx="53871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0188" y="155448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0188" y="1892808"/>
            <a:ext cx="49299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…over documentation.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AI: demos + evals beat 40-page “approach docs.”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53871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29184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collaboration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49299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…over contract negotiation.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“customer” can be a mentor, PM, or real user.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1588" y="3127248"/>
            <a:ext cx="53871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0188" y="329184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change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0188" y="3630168"/>
            <a:ext cx="49299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…over following a plan.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guesses; feedback is reality.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715000"/>
            <a:ext cx="11185855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for your brain: Agile is “short feedback loops + continuous learning.”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31720"/>
            <a:ext cx="111858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basics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703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most-used Agile framework (because it’s a portable operating system for teams).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at a glance: roles, events, artifacts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3515258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86968"/>
            <a:ext cx="351525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78408"/>
            <a:ext cx="31129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Accountabilities (roles)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305805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owns “what &amp; why” (value)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Master: owns the system (process + impediments)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Developers: own delivery (how)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8218" y="886968"/>
            <a:ext cx="3515258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8218" y="886968"/>
            <a:ext cx="351525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386" y="978408"/>
            <a:ext cx="31129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(cadence)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6818" y="1389888"/>
            <a:ext cx="305805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Sprint: fixed timebox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Planning: decide what/how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Scrum: inspect + adapt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Review: demo + feedback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Retro: improve the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3517" y="886968"/>
            <a:ext cx="3515258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3517" y="886968"/>
            <a:ext cx="351525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4685" y="978408"/>
            <a:ext cx="31129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(transparency)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02117" y="1389888"/>
            <a:ext cx="305805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(+ Product Goal)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(+ Sprint Goal)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(+ Definition of Done)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715000"/>
            <a:ext cx="11185855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is intentionally minimal. Teams add practices (like story points) only if they help.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Sprint works (end-to-end)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3515258" cy="9601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08760"/>
            <a:ext cx="31860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" y="1847088"/>
            <a:ext cx="31860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Product Goal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3898" y="1655064"/>
            <a:ext cx="256032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9930" y="1344168"/>
            <a:ext cx="351525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4522" y="1508760"/>
            <a:ext cx="31860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4522" y="1847088"/>
            <a:ext cx="31860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PBIs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Sprint Goal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80909" y="1655064"/>
            <a:ext cx="256032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6941" y="1344168"/>
            <a:ext cx="351525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1533" y="1508760"/>
            <a:ext cx="31860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01533" y="1847088"/>
            <a:ext cx="31860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+ adapt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min in Scrum)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29978" y="2350008"/>
            <a:ext cx="329184" cy="411480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852928"/>
            <a:ext cx="5410048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017520"/>
            <a:ext cx="508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" y="3355848"/>
            <a:ext cx="508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feedback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58688" y="3163824"/>
            <a:ext cx="256032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4720" y="2852928"/>
            <a:ext cx="541004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9312" y="3017520"/>
            <a:ext cx="508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9312" y="3355848"/>
            <a:ext cx="508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system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133088"/>
            <a:ext cx="1118585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2976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thing to copy from real teams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636008"/>
            <a:ext cx="107286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day: align on the Sprint Goal, surface blockers early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sprint: demo something real (even if small)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retro: pick 1 improvement you will actually test next sprint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cohort, your “increment” is evidence: code + writeup + screenshots + metrics.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make work visible (so you can manage reality)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36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490712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Ordered list of what might be built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Lives with the Product Goal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Changes as you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886968"/>
            <a:ext cx="536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05156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53048" y="1389888"/>
            <a:ext cx="490712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we believe we can finish this sprint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the Sprint Goal + plan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Developers own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041648"/>
            <a:ext cx="536432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20624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544568"/>
            <a:ext cx="490712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working, usable slice of product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meet Definition of Done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“Usable” can be internal (tests, infra, evals)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4448" y="4041648"/>
            <a:ext cx="5364328" cy="2788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3048" y="420624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(DoD)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3048" y="4544568"/>
            <a:ext cx="490712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quality bar, e.g.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merged + reviewed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 pass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Evals recorded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README/runbook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Demo-able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31720"/>
            <a:ext cx="111858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estimation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703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vague goal into executable work.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stories: the smallest unit of value you can explain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39496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…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…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…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Given … When … Then 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886968"/>
            <a:ext cx="556229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051560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(LLM / RAG project)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389888"/>
            <a:ext cx="510509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support agent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a “suggest answer” button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resolve tickets faster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 cites sources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 3s response time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if retrieval fails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52928"/>
            <a:ext cx="54329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5292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94436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stories are… (INVEST)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55848"/>
            <a:ext cx="497570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(low coupling)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 (not a contract)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(someone benefits)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 (not fog)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(fits in a sprint)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(clear criteria)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2852928"/>
            <a:ext cx="54329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285292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7036" y="294436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AI-story mistakes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4468" y="3355848"/>
            <a:ext cx="497570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the model” (too big, no user)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evaluation criteria (can’t tell if it works)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readiness step (blocked on day 3)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research + production delivery in one story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in practice: from vision to daily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69848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4 levels (and don’t mix them):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659304" cy="1143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37360"/>
            <a:ext cx="233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07568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+ metric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(why it matters)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9656" y="1956816"/>
            <a:ext cx="201168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45104" y="1572768"/>
            <a:ext cx="265930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9696" y="1737360"/>
            <a:ext cx="233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9696" y="207568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chunks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(multiple sprints)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1840" y="1956816"/>
            <a:ext cx="201168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7288" y="1572768"/>
            <a:ext cx="265930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1737360"/>
            <a:ext cx="233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1880" y="207568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(value you can demo)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74023" y="1956816"/>
            <a:ext cx="201168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9471" y="1572768"/>
            <a:ext cx="265930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4063" y="1737360"/>
            <a:ext cx="233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94063" y="207568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(hours-ish)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990088"/>
            <a:ext cx="1118585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1546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(for this cohort)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can’t demo it or verify it, it’s not a “story” yet. Break it down until it is.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demo-able stories in AI work: data pipeline working on sample set, baseline model + eval notebook, RAG retrieval quality report, prompt template with pass/fail tests.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818888"/>
            <a:ext cx="111858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818888"/>
            <a:ext cx="111858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910328"/>
            <a:ext cx="10783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hygiene (non-negotiable)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321808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regularly: split, re-order, remove junk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“Definition of Ready” lightweight (clear + testable)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WIP low (too much parallel work kills throughput)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points: relative sizing (not time)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8064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story points measure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5349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proxy for: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 of work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Complexity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/ uncertainty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 move at different speeds, but teams can still agree on relative size.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886968"/>
            <a:ext cx="5242255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051560"/>
            <a:ext cx="4785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to delete from your brain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389888"/>
            <a:ext cx="478505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 story point = 4 hours”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defeats the whole point: relative sizing reduces emotional/time pressure and improves conversations.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0156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point scale (modified Fibonacci):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721608"/>
            <a:ext cx="1519602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58768"/>
            <a:ext cx="15196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113962" y="3721608"/>
            <a:ext cx="1519602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3962" y="3858768"/>
            <a:ext cx="15196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25004" y="3721608"/>
            <a:ext cx="1519602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5004" y="3858768"/>
            <a:ext cx="15196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36047" y="3721608"/>
            <a:ext cx="1519602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6047" y="3858768"/>
            <a:ext cx="15196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47089" y="3721608"/>
            <a:ext cx="1519602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7089" y="3858768"/>
            <a:ext cx="15196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58131" y="3721608"/>
            <a:ext cx="1519602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58131" y="3858768"/>
            <a:ext cx="15196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169173" y="3721608"/>
            <a:ext cx="1519602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69173" y="3858768"/>
            <a:ext cx="15196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02920" y="4498848"/>
            <a:ext cx="54329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9884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59028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estimate (fast)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001768"/>
            <a:ext cx="49757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“3-point reference story” everyone remembers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new story vs the reference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estimates diverge: discuss risks, then re-vote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55868" y="4498848"/>
            <a:ext cx="54329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5868" y="449884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7036" y="459028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stop debating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84468" y="5001768"/>
            <a:ext cx="49757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it’s &gt; 13 points, split it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it’s pure research, timebox as a spike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nobody can explain “done”, it’s not ready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Poker: get to a consensus without anchoring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74320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7160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" y="170992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understands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1591056"/>
            <a:ext cx="201168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207008"/>
            <a:ext cx="274320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37160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9312" y="170992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face-down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anchoring)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591056"/>
            <a:ext cx="201168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207008"/>
            <a:ext cx="274320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37160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1112" y="170992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High/low explain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risks/assumptions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17152" y="1591056"/>
            <a:ext cx="201168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0" y="1207008"/>
            <a:ext cx="274320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912" y="137160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Re-vote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82912" y="170992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or 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smaller stories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670048"/>
            <a:ext cx="1118585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8346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 discussion” sounds like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172968"/>
            <a:ext cx="1072865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“My estimate is higher because data access is unclear.”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“I’m lower because we already have a baseline notebook.”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“If we assume API is stable, it’s a 3; if not, split into spike + build.”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818888"/>
            <a:ext cx="111858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18888"/>
            <a:ext cx="111858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910328"/>
            <a:ext cx="10783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Manager-proof rule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321808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for the team’s planning. Not for judging individuals.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a local metric. Comparing teams by velocity is statistical malpractice.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31720"/>
            <a:ext cx="111858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AI / LLM projects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703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uncertainty is the default setting.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projects: Agile isn’t optional, it’s survival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6692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86968"/>
            <a:ext cx="56692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78408"/>
            <a:ext cx="5266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AI work “high-variance”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data, not just code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metrics don’t always predict user impact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Training/serving skew + drift are real failure modes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systems have multiple moving parts (retrieval, prompts, tools)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886968"/>
            <a:ext cx="533369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886968"/>
            <a:ext cx="533369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978408"/>
            <a:ext cx="49313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your sprint goals should be…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389888"/>
            <a:ext cx="48764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Outcome-focused (metric + demo)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Experiment-friendly (timeboxed spikes)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(evals + logs)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Monitorable (so “done” stays done)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67328"/>
            <a:ext cx="11185855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319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loop for AI sprints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70248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metric → build baseline → improve one lever → evaluate → demo → decide next lever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 retrieval quality, prompt templates, grounding/citations, latency/cost, safety filters,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projects: break work by pipeline stage (so stand-ups stay crisp)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2625014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25880"/>
            <a:ext cx="2295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Index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" y="1664208"/>
            <a:ext cx="2295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5366" y="1527048"/>
            <a:ext cx="201168" cy="34747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56534" y="1161288"/>
            <a:ext cx="2625014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1126" y="1325880"/>
            <a:ext cx="2295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1126" y="1664208"/>
            <a:ext cx="2295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Recall/precision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reranking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08980" y="1527048"/>
            <a:ext cx="201168" cy="34747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0148" y="1161288"/>
            <a:ext cx="262501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4740" y="1325880"/>
            <a:ext cx="2295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4740" y="1664208"/>
            <a:ext cx="2295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Prompting, grounding,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2593" y="1527048"/>
            <a:ext cx="201168" cy="34747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63761" y="1161288"/>
            <a:ext cx="262501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8353" y="1325880"/>
            <a:ext cx="22958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28353" y="1664208"/>
            <a:ext cx="2295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5897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578608"/>
            <a:ext cx="58978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670048"/>
            <a:ext cx="5495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you can put into acceptance criteria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081528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Recall@K / Precision@K / Hit@K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context precision/recall, answer relevancy, faithfulness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p95 latency, cost per query, error 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2578608"/>
            <a:ext cx="5242255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2578608"/>
            <a:ext cx="52422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2670048"/>
            <a:ext cx="48399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that’s “done”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3081528"/>
            <a:ext cx="478505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eval set (even if small)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pass/fail threshold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demo path + screenshot/video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rollback/fallback behavior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956048"/>
            <a:ext cx="1118585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51206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hint (industry practice)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45896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evals like unit tests: versioned, automated, and visible.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 is one popular framework; RAGAS is widely used for RAG-focused metrics.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31720"/>
            <a:ext cx="111858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 (cohort edition)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703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ritual for alignment, not a daily performance review.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Stand-up: what it is (and what it isn’t)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38718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86968"/>
            <a:ext cx="538718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78408"/>
            <a:ext cx="4984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49299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10–15 minute alignment ritual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“inspect + adapt” loop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surface blockers early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device for the next 24 hours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1588" y="886968"/>
            <a:ext cx="538718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1588" y="886968"/>
            <a:ext cx="538718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2756" y="978408"/>
            <a:ext cx="4984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0188" y="1389888"/>
            <a:ext cx="49299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report to impress the boss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technical discussion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justify why you’re behind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assign work to others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1118585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1480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cohort, we’re simulating corporate reality (safely)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453128"/>
            <a:ext cx="107286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speak to a “manager” (facilitator) and a “team” (your group).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cares about: outcomes, risks, and decisions needed — not your entire diary.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keep a parking-lot after the stand-up for deep dives.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stand-up flow (tight structure for beginners)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2487168" cy="9601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087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Think (2 min)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" y="184708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your prep 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top 1–2 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35808" y="1664208"/>
            <a:ext cx="320040" cy="41148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38728" y="1344168"/>
            <a:ext cx="2487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5087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Talk (≤ 60–90s)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84708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blockers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1616" y="1664208"/>
            <a:ext cx="320040" cy="41148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4536" y="1344168"/>
            <a:ext cx="248716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15087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Triage (2 min)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39128" y="184708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urgent blockers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follow-ups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07424" y="1664208"/>
            <a:ext cx="320040" cy="41148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0344" y="1344168"/>
            <a:ext cx="2487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4936" y="15087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Commit (1 min)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74936" y="184708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24h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owner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761488"/>
            <a:ext cx="11185855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88950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Timebox: 12–15 minutes total (group stand-up) | Whole cohort: 20–30 minutes (use strict timer)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310128"/>
            <a:ext cx="543290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1012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40156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speaking structure (BLUF)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813048"/>
            <a:ext cx="497570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most important fact (ship/blocker)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2–3 supporting bullets max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crisp ask (if needed)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5868" y="3310128"/>
            <a:ext cx="543290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331012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7036" y="340156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buckets for blockers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84468" y="3813048"/>
            <a:ext cx="497570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People: waiting on review/approval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access/quality/schema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bugs/infra/latency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unclear “done” / shifting goal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prep sheet (fill this BEFORE you speak)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think first, then talk. If you try to “think out loud”, you will ramble.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8585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89888"/>
            <a:ext cx="11185855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81328"/>
            <a:ext cx="2800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Shipped (evidence)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32829" y="1481328"/>
            <a:ext cx="24651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Next 24h 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3101" y="1389888"/>
            <a:ext cx="0" cy="4892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7434" y="1481328"/>
            <a:ext cx="24651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Blockers / risks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7706" y="1389888"/>
            <a:ext cx="0" cy="4892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2039" y="1481328"/>
            <a:ext cx="257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Ask / decision needed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92311" y="1389888"/>
            <a:ext cx="0" cy="4892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4812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948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04164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7884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553516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6373368"/>
            <a:ext cx="11185855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46480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🟢 on track | 🟠 at risk | 🔴 blocked   •   Evidence examples: PR link, notebook, screenshot, metric table, demo video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sound like 4–5 years of experience (without faking it)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387188" cy="283464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(student-style)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492998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yesterday I watched the videos and then I tried running the notebook and then there was an error and then I searched on Google and… I’ll try again today.”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1588" y="886968"/>
            <a:ext cx="5387188" cy="283464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0188" y="105156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(engineer-style)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0188" y="1389888"/>
            <a:ext cx="492998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“BLUF: Baseline retriever is wired; recall@5 is 0.62 on the eval set.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test chunk sizes 300/600 and add reranker.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Blocker: missing 200 labeled queries — need approval to generate synthetic set.”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11185855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858768"/>
            <a:ext cx="111858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950208"/>
            <a:ext cx="10783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61688"/>
            <a:ext cx="107286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outcome or blocker (not chronology)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numbers when available (latency, recall@k, tasks closed)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next action (verb + object): “Implement X”, “Run eval Y”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explicitly: who/what you need, by when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 / what not to say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387188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86968"/>
            <a:ext cx="538718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78408"/>
            <a:ext cx="4984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4929988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shipped X — here’s evidence.”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aiming for Y by EOD.”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“Risk: Z. Mitigation: …”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blocked on A; I need B from C.”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“Decision needed: choose option 1 vs 2.”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1588" y="886968"/>
            <a:ext cx="5387188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1588" y="886968"/>
            <a:ext cx="538718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2756" y="978408"/>
            <a:ext cx="49848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0188" y="1389888"/>
            <a:ext cx="4929988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minute-by-minute diary of your day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claims: “It’s almost done”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blockers: “I’ll manage” (until you can’t)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Blame: “They didn’t respond” (reframe as an ask)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rabbit holes (use parking lot)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stand-up runbook (today)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669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86968"/>
            <a:ext cx="56692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78408"/>
            <a:ext cx="5266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Whole cohort (trainer as “manager”)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5212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minutes: everyone fills the prep sheet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person: 45–60 seconds max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asks at most 1 question: “What’s the ask?”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deep dives (list names + topics)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886968"/>
            <a:ext cx="5333695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886968"/>
            <a:ext cx="533369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978408"/>
            <a:ext cx="49313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Group stand-ups (4–5 people)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389888"/>
            <a:ext cx="4876495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study groups (4–5)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facilitator inside the group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12–15 minutes total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commitments + parking lot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15968"/>
            <a:ext cx="1118585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4805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lot rule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81888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discussion needs more than 60 seconds, write it down and move it after stand-up with only the necessary people.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961888"/>
            <a:ext cx="1118585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5961888"/>
            <a:ext cx="111858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6053328"/>
            <a:ext cx="10783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prompt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64808"/>
            <a:ext cx="10728655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me: top outcome OR top blocker, your next action, and one ask if needed.”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rubric (how you’ll be coached)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85855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15568"/>
            <a:ext cx="11185855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61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11880" y="1261872"/>
            <a:ext cx="7894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looks like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09928"/>
            <a:ext cx="2743200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 clarity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1709928"/>
            <a:ext cx="7894015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sentence tells me the main outcome or blocker.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4906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40508"/>
            <a:ext cx="2743200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540508"/>
            <a:ext cx="7894015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concrete artifact: PR, notebook, screenshot, metric.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7964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71088"/>
            <a:ext cx="2743200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next step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3371088"/>
            <a:ext cx="7894015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+ object + timebox: “Run eval on X by 5pm.”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11022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01668"/>
            <a:ext cx="2743200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quality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4201668"/>
            <a:ext cx="7894015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is actionable (who/what you need), not a complaint.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940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32248"/>
            <a:ext cx="2743200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5032248"/>
            <a:ext cx="7894015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60–90 seconds. No rabbit holes.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57713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862828"/>
            <a:ext cx="2743200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thinking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5862828"/>
            <a:ext cx="7894015" cy="66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grouped, no overlaps, no gaps in critical info.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31720"/>
            <a:ext cx="111858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walkthrough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703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once, end-to-end, so it sticks.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build an LLM-based support assistant (RAG)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806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5349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 spend too long searching docs and repeating answers.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wait. Quality is inconsistent.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average handle time and improve first-contact resolution.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886968"/>
            <a:ext cx="5242255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051560"/>
            <a:ext cx="4785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(examples)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389888"/>
            <a:ext cx="47850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25% lower handle time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≥ 0.75 faithfulness on eval set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 latency &lt; 3s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Deflection rate improves week-over-week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447288"/>
            <a:ext cx="11185855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447288"/>
            <a:ext cx="111858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538728"/>
            <a:ext cx="10783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Goal → Epic → Stories (sample)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50208"/>
            <a:ext cx="1072865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“Grounded answers with citations”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“As an agent, I see top 3 sources for every suggested answer”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“As an agent, I can flag a bad answer and save it for retraining/evals”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“As a lead, I can see weekly quality metrics dashboard”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 example (how planning becomes stand-up content)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11185855" cy="777240"/>
          </a:xfrm>
          <a:prstGeom prst="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69848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Goal: “Agents can get grounded draft answers with citations for the top 20 FAQs.”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11185855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38528"/>
            <a:ext cx="11185855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039112"/>
            <a:ext cx="55971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9293" y="2039112"/>
            <a:ext cx="5635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9565" y="1938528"/>
            <a:ext cx="0" cy="3063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12303" y="2039112"/>
            <a:ext cx="1346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02575" y="1938528"/>
            <a:ext cx="0" cy="3063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322" y="2039112"/>
            <a:ext cx="2800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looks like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68594" y="1938528"/>
            <a:ext cx="0" cy="3063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500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423160"/>
            <a:ext cx="5597189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show top-3 source snippets with links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9565" y="2423160"/>
            <a:ext cx="78301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94015" y="2423160"/>
            <a:ext cx="138314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322" y="2423160"/>
            <a:ext cx="2800725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answers include citations; demo recorded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01294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086100"/>
            <a:ext cx="5597189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 of 50 Q/A pairs + baseline scores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9565" y="3086100"/>
            <a:ext cx="78301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94015" y="3086100"/>
            <a:ext cx="138314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322" y="3086100"/>
            <a:ext cx="2800725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+ relevancy metrics saved in repo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758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749040"/>
            <a:ext cx="5597189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optimization (p95 &lt; 3s on test env)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9565" y="3749040"/>
            <a:ext cx="78301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94015" y="3749040"/>
            <a:ext cx="138314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322" y="3749040"/>
            <a:ext cx="2800725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report + config committed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33882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411980"/>
            <a:ext cx="5597189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button: “bad answer” capture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19565" y="4411980"/>
            <a:ext cx="78301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94015" y="4411980"/>
            <a:ext cx="138314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322" y="4411980"/>
            <a:ext cx="2800725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store query + context + answer + label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5230368"/>
            <a:ext cx="11185855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5230368"/>
            <a:ext cx="111858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5321808"/>
            <a:ext cx="10783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(for this scenario)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733288"/>
            <a:ext cx="1072865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 + tests pass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numbers recorded (even if bad)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 documented (README)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logs (latency/errors)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stand-up examples (copy the patterns)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387188" cy="246888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1 (shipped)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492998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“BLUF: Citations are live for top 10 FAQs.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 #14 + demo clip.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expand to 20 FAQs + add source snippet UI.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3 docs have conflicting answers; need decision on canonical source.”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1588" y="886968"/>
            <a:ext cx="5387188" cy="246888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0188" y="1051560"/>
            <a:ext cx="49299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2 (blocked)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0188" y="1389888"/>
            <a:ext cx="492998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“BLUF: Blocked on eval set.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harness, but we only have 12 labeled queries.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generate 50 synthetic Qs and get 10 human-verified.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approve using synthetic set for baseline by 4pm.”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584448"/>
            <a:ext cx="1118585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584448"/>
            <a:ext cx="1118585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675888"/>
            <a:ext cx="10783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updates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087368"/>
            <a:ext cx="1072865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important point (ship/blocker)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explicit (PR/demo/metric)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is concrete + timeboxed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is crisp and decision-oriented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your operating system for the cohort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5432908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8696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7840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+ Scrum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4975708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values → short feedback loops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= minimal framework + cadence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make work visible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protects quality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886968"/>
            <a:ext cx="5432908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5868" y="886968"/>
            <a:ext cx="54329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036" y="97840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84468" y="1389888"/>
            <a:ext cx="4975708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Talk → Commit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BLUF: outcome/blocker first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beats adjectives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are asks, not complaints</a:t>
            </a:r>
            <a:endParaRPr lang="en-US" sz="12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parking lot for deep dives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(print this)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1118585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15568"/>
            <a:ext cx="522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script (60 seconds)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35608"/>
            <a:ext cx="52271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BLUF: [main ship/blocker]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Evidence: [link/screenshot/metric]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Next: [verb + object + time]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Blocker: [what + who]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Ask: [decision/help]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1115568"/>
            <a:ext cx="527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nouns (minimal)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48" y="1435608"/>
            <a:ext cx="5272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→ ordered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→ this sprint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→ usable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→ quality bar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→ why this sprint matters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98648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27248"/>
            <a:ext cx="522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project MECE buckets (for updates)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447288"/>
            <a:ext cx="522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Prompt/Generation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Serving/Monitoring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48" y="3127248"/>
            <a:ext cx="527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RAG 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48" y="3447288"/>
            <a:ext cx="52728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Precision@K, Hit@K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Answer relevancy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precision/recall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(p95), Cost/query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636008"/>
            <a:ext cx="10728655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18888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is a skill. You’ll get better by doing it daily, with feedback, under a timer.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276088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timer is not cruelty. It’s respect for everyone’s attention.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2026-02-27T09:32:33Z</dcterms:created>
  <dcterms:modified xsi:type="dcterms:W3CDTF">2026-02-27T09:32:33Z</dcterms:modified>
</cp:coreProperties>
</file>